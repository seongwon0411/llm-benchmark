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Incident Review Presentation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Overview of the Event and Actions</a:t>
            </a:r>
          </a:p>
        </p:txBody>
      </p:sp>
      <p:sp>
        <p:nvSpPr>
          <p:cNvPr id="7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8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Timeline Visualization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Visual timeline chart.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Direct Triggers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Identification of immediate causes.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Root Cause Uncertainty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Acknowledge uncertainties in root cause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Action Plan Table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Clear action items with assigned owners and deadlines.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Decision and Recommendations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Summarize findings and provide recommendations.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Summarize findings and provide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