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Factory KPI Analysis Summary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2024–2026 Pilot Results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Pilot line 3 shows highest downtime risk; defect rates stable across years.</a:t>
            </a:r>
          </a:p>
        </p:txBody>
      </p:sp>
      <p:sp>
        <p:nvSpPr>
          <p:cNvPr id="9" name="BENCH_BODY"/>
          <p:cNvSpPr txBox="1"/>
          <p:nvPr/>
        </p:nvSpPr>
        <p:spPr>
          <a:xfrm>
            <a:off x="1143000" y="498348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FC0D2"/>
                </a:solidFill>
                <a:latin typeface="Malgun Gothic"/>
              </a:rPr>
              <a:t>Defect rate 2024: 2.1%  •  Defect rate 2025: 2.0%  •  Defect rate 2026 (pilot): N/A</a:t>
            </a:r>
          </a:p>
        </p:txBody>
      </p:sp>
      <p:sp>
        <p:nvSpPr>
          <p:cNvPr id="10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1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Yearly KPI Summary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Annual Performance Snapshot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All lines met target defect rates; only Pilot line 3 flagged for higher downtime.</a:t>
            </a:r>
          </a:p>
        </p:txBody>
      </p:sp>
      <p:sp>
        <p:nvSpPr>
          <p:cNvPr id="10" name="BENCH_BODY"/>
          <p:cNvSpPr txBox="1"/>
          <p:nvPr/>
        </p:nvSpPr>
        <p:spPr>
          <a:xfrm>
            <a:off x="658368" y="1773936"/>
            <a:ext cx="10863072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2024: Defect 2.1% (Line 1)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2025: Defect 2.0% (Line 2)</a:t>
            </a:r>
          </a:p>
        </p:txBody>
      </p:sp>
      <p:graphicFrame>
        <p:nvGraphicFramePr>
          <p:cNvPr id="11" name="BENCH_TABLE"/>
          <p:cNvGraphicFramePr>
            <a:graphicFrameLocks noGrp="1"/>
          </p:cNvGraphicFramePr>
          <p:nvPr/>
        </p:nvGraphicFramePr>
        <p:xfrm>
          <a:off x="658368" y="2776118"/>
          <a:ext cx="10863072" cy="3460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1153363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Defect Rate (%)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153363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2.1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153363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2.0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