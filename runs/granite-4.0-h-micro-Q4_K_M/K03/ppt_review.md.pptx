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AI 검사 확대 도입 - 요약</a:t>
            </a:r>
          </a:p>
        </p:txBody>
      </p:sp>
      <p:sp>
        <p:nvSpPr>
          <p:cNvPr id="6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파ilab테스트에서 파일럿 1개 라인의 검사시간을 14% 단축하였으나, 전체 공장 전체 확대는 추가 검증 및 2개 라인 필요.</a:t>
            </a:r>
          </a:p>
        </p:txBody>
      </p:sp>
      <p:sp>
        <p:nvSpPr>
          <p:cNvPr id="8" name="BENCH_BODY"/>
          <p:cNvSpPr txBox="1"/>
          <p:nvPr/>
        </p:nvSpPr>
        <p:spPr>
          <a:xfrm>
            <a:off x="1143000" y="498348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FC0D2"/>
                </a:solidFill>
                <a:latin typeface="Malgun Gothic"/>
              </a:rPr>
              <a:t>파일럿 1개 라인의 검사 시간이 14% 감소 (8주 파일량 관측)  •  전체 공장 전체 확대 전에는 추가 검증 및 2개 라인 필요  •  ROI와 산정 절감액은 아직 계산 중</a:t>
            </a:r>
          </a:p>
        </p:txBody>
      </p:sp>
      <p:sp>
        <p:nvSpPr>
          <p:cNvPr id="9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0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사실 오류 및 의사결정 위험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파ilab테스트에서 확인된 사실오류와 데이터 부족이 의사결정 리스크를 증대시키며, 전체 확대 전에 추가 검증 및 데이터 산정 필요.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사실오류와 데이터 부족이 의사결정 리스크를 증대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658368" y="1707916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58368" y="1707916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859536" y="1854220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2026년 전체 공장 불량률 3.1% 수치는 파일럿 단일 값 (사실오류)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658368" y="3024652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658368" y="3024652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859536" y="3170956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ROI와 절감액은 아직 산정되지 않음 (데이터 부족 위험)</a:t>
            </a:r>
          </a:p>
        </p:txBody>
      </p:sp>
      <p:sp>
        <p:nvSpPr>
          <p:cNvPr id="19" name="BENCH_INSIGHT_CARD"/>
          <p:cNvSpPr/>
          <p:nvPr/>
        </p:nvSpPr>
        <p:spPr>
          <a:xfrm>
            <a:off x="658368" y="4341388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DECOR"/>
          <p:cNvSpPr/>
          <p:nvPr/>
        </p:nvSpPr>
        <p:spPr>
          <a:xfrm>
            <a:off x="658368" y="4341388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BODY"/>
          <p:cNvSpPr txBox="1"/>
          <p:nvPr/>
        </p:nvSpPr>
        <p:spPr>
          <a:xfrm>
            <a:off x="859536" y="4487692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추진 전 추가 검증 및 2개 라인 검증 계획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시각·가독성 문제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슬라이드 전체적으로 텍스트 밀도 높고 차트/테이블 없어 가독성 저하, 특히 슬라이드 2~4에서 문제 심각.</a:t>
            </a:r>
          </a:p>
        </p:txBody>
      </p:sp>
      <p:sp>
        <p:nvSpPr>
          <p:cNvPr id="9" name="BENCH_HERO_CARD"/>
          <p:cNvSpPr/>
          <p:nvPr/>
        </p:nvSpPr>
        <p:spPr>
          <a:xfrm>
            <a:off x="658368" y="1700784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HERO_LABEL"/>
          <p:cNvSpPr txBox="1"/>
          <p:nvPr/>
        </p:nvSpPr>
        <p:spPr>
          <a:xfrm>
            <a:off x="969264" y="1956815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시각·가독성 문제</a:t>
            </a:r>
          </a:p>
        </p:txBody>
      </p:sp>
      <p:sp>
        <p:nvSpPr>
          <p:cNvPr id="11" name="BENCH_HERO_VALUE"/>
          <p:cNvSpPr txBox="1"/>
          <p:nvPr/>
        </p:nvSpPr>
        <p:spPr>
          <a:xfrm>
            <a:off x="969264" y="2414015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68%</a:t>
            </a:r>
          </a:p>
        </p:txBody>
      </p:sp>
      <p:sp>
        <p:nvSpPr>
          <p:cNvPr id="12" name="BENCH_HERO_DETAIL"/>
          <p:cNvSpPr txBox="1"/>
          <p:nvPr/>
        </p:nvSpPr>
        <p:spPr>
          <a:xfrm>
            <a:off x="969264" y="3145536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슬라이드 전체 coverage 68% 이상으로 텍스트 밀도 높음 (min_font_pt 없음)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4590288" y="1744675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4590288" y="1744675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4791455" y="1890979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슬라이드 전체 coverage 68% 이상으로 텍스트 밀도 높음 (min_font_pt 없음)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4590288" y="3061411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4590288" y="3061411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4791455" y="3207715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차트·테이블 없어 시각적 지원 부족</a:t>
            </a:r>
          </a:p>
        </p:txBody>
      </p:sp>
      <p:sp>
        <p:nvSpPr>
          <p:cNvPr id="19" name="BENCH_INSIGHT_CARD"/>
          <p:cNvSpPr/>
          <p:nvPr/>
        </p:nvSpPr>
        <p:spPr>
          <a:xfrm>
            <a:off x="4590288" y="4378147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DECOR"/>
          <p:cNvSpPr/>
          <p:nvPr/>
        </p:nvSpPr>
        <p:spPr>
          <a:xfrm>
            <a:off x="4590288" y="4378147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BODY"/>
          <p:cNvSpPr txBox="1"/>
          <p:nvPr/>
        </p:nvSpPr>
        <p:spPr>
          <a:xfrm>
            <a:off x="4791455" y="4524451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empty_tables와 sparse_slides 경고 발생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