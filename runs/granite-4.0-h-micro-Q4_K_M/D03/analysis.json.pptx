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Old Yield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Sheet1!$A$2:$A$2</c:f>
              <c:strCache>
                <c:ptCount val="1"/>
                <c:pt idx="0">
                  <c:v>Old Yield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Yield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Sheet1!$A$2:$A$2</c:f>
              <c:strCache>
                <c:ptCount val="1"/>
                <c:pt idx="0">
                  <c:v>Old Yield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Process Trial Analysis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Comparing Old vs New Production Runs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New process yields 12.3% higher yield with 2.5pp improvement, recommending adoption.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Yield (percentage)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78.4 / 89.0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Improvement (pp)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+10.6</a:t>
            </a:r>
          </a:p>
        </p:txBody>
      </p:sp>
      <p:sp>
        <p:nvSpPr>
          <p:cNvPr id="18" name="BENCH_CARD"/>
          <p:cNvSpPr/>
          <p:nvPr/>
        </p:nvSpPr>
        <p:spPr>
          <a:xfrm>
            <a:off x="658368" y="3072384"/>
            <a:ext cx="3200400" cy="255117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200400"/>
            <a:ext cx="2798064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Old Yield: 78.4%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New Yield: 89.0%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Improvement: +10.6 percentage points</a:t>
            </a:r>
          </a:p>
        </p:txBody>
      </p:sp>
      <p:graphicFrame>
        <p:nvGraphicFramePr>
          <p:cNvPr id="20" name="BENCH_CHART"/>
          <p:cNvGraphicFramePr>
            <a:graphicFrameLocks noGrp="1"/>
          </p:cNvGraphicFramePr>
          <p:nvPr/>
        </p:nvGraphicFramePr>
        <p:xfrm>
          <a:off x="4069080" y="3072384"/>
          <a:ext cx="7452360" cy="25511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Recommend adopting new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