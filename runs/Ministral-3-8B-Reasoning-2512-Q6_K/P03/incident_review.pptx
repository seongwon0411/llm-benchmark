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사고 리뷰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분진과 진동 데이터 누락의 영향 분석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사고 원인은 단일요인만으로 설명되지 않으며, 추가 데이터 수집이 필요합니다.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사고 발생 흐름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IMELINE"/>
          <p:cNvSpPr/>
          <p:nvPr/>
        </p:nvSpPr>
        <p:spPr>
          <a:xfrm>
            <a:off x="713232" y="3319272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IMELINE"/>
          <p:cNvSpPr/>
          <p:nvPr/>
        </p:nvSpPr>
        <p:spPr>
          <a:xfrm>
            <a:off x="1590507" y="3246120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IMELINE_TIME"/>
          <p:cNvSpPr txBox="1"/>
          <p:nvPr/>
        </p:nvSpPr>
        <p:spPr>
          <a:xfrm>
            <a:off x="884407" y="1207007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0" name="BENCH_TIMELINE_TEXT"/>
          <p:cNvSpPr txBox="1"/>
          <p:nvPr/>
        </p:nvSpPr>
        <p:spPr>
          <a:xfrm>
            <a:off x="884407" y="1773936"/>
            <a:ext cx="17545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14:02 - 고온 경보</a:t>
            </a:r>
          </a:p>
        </p:txBody>
      </p:sp>
      <p:sp>
        <p:nvSpPr>
          <p:cNvPr id="11" name="BENCH_TIMELINE"/>
          <p:cNvSpPr/>
          <p:nvPr/>
        </p:nvSpPr>
        <p:spPr>
          <a:xfrm>
            <a:off x="3730203" y="3246120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TIMELINE_TIME"/>
          <p:cNvSpPr txBox="1"/>
          <p:nvPr/>
        </p:nvSpPr>
        <p:spPr>
          <a:xfrm>
            <a:off x="3024103" y="1207007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3" name="BENCH_TIMELINE_TEXT"/>
          <p:cNvSpPr txBox="1"/>
          <p:nvPr/>
        </p:nvSpPr>
        <p:spPr>
          <a:xfrm>
            <a:off x="3024103" y="1773936"/>
            <a:ext cx="17545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14:04 - 91.1°C (과열)</a:t>
            </a:r>
          </a:p>
        </p:txBody>
      </p:sp>
      <p:sp>
        <p:nvSpPr>
          <p:cNvPr id="14" name="BENCH_TIMELINE"/>
          <p:cNvSpPr/>
          <p:nvPr/>
        </p:nvSpPr>
        <p:spPr>
          <a:xfrm>
            <a:off x="5869899" y="3246120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TIMELINE_TIME"/>
          <p:cNvSpPr txBox="1"/>
          <p:nvPr/>
        </p:nvSpPr>
        <p:spPr>
          <a:xfrm>
            <a:off x="5163799" y="1207007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6" name="BENCH_TIMELINE_TEXT"/>
          <p:cNvSpPr txBox="1"/>
          <p:nvPr/>
        </p:nvSpPr>
        <p:spPr>
          <a:xfrm>
            <a:off x="5163799" y="1773936"/>
            <a:ext cx="17545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14:07 - 보호정지</a:t>
            </a:r>
          </a:p>
        </p:txBody>
      </p:sp>
      <p:sp>
        <p:nvSpPr>
          <p:cNvPr id="17" name="BENCH_TIMELINE"/>
          <p:cNvSpPr/>
          <p:nvPr/>
        </p:nvSpPr>
        <p:spPr>
          <a:xfrm>
            <a:off x="8009595" y="3246120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TIMELINE_TIME"/>
          <p:cNvSpPr txBox="1"/>
          <p:nvPr/>
        </p:nvSpPr>
        <p:spPr>
          <a:xfrm>
            <a:off x="7303495" y="1207007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19" name="BENCH_TIMELINE_TEXT"/>
          <p:cNvSpPr txBox="1"/>
          <p:nvPr/>
        </p:nvSpPr>
        <p:spPr>
          <a:xfrm>
            <a:off x="7303495" y="1773936"/>
            <a:ext cx="17545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14:16 - 냉각 흡입구 분진 확인</a:t>
            </a:r>
          </a:p>
        </p:txBody>
      </p:sp>
      <p:sp>
        <p:nvSpPr>
          <p:cNvPr id="20" name="BENCH_TIMELINE"/>
          <p:cNvSpPr/>
          <p:nvPr/>
        </p:nvSpPr>
        <p:spPr>
          <a:xfrm>
            <a:off x="10149291" y="3246120"/>
            <a:ext cx="164592" cy="16459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TIMELINE_TIME"/>
          <p:cNvSpPr txBox="1"/>
          <p:nvPr/>
        </p:nvSpPr>
        <p:spPr>
          <a:xfrm>
            <a:off x="9443191" y="1207007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22" name="BENCH_TIMELINE_TEXT"/>
          <p:cNvSpPr txBox="1"/>
          <p:nvPr/>
        </p:nvSpPr>
        <p:spPr>
          <a:xfrm>
            <a:off x="9443191" y="1773936"/>
            <a:ext cx="175455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14:31 - 분진 제거 후 재가동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