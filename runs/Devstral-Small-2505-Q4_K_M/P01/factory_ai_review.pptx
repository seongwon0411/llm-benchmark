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AI 성과 및 확대 도입 검토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2024-2026년 KPI 분석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공장 AI 도입 배경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AI 기술을 통해 생산성 향상과 품질 개선을 목표로 함</a:t>
            </a:r>
            <a:br/>
            <a:r>
              <a:t>파일럿 라인(2026) 성과의 확대 도입 가능성을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연도별 주요 KPI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2024-2026년 생산량, 불량률, OEE 비교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14"/>
                <a:gridCol w="2172614"/>
                <a:gridCol w="2172614"/>
                <a:gridCol w="2172614"/>
                <a:gridCol w="2172616"/>
              </a:tblGrid>
              <a:tr h="1133856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year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scope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output_units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defect_rate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oee</a:t>
                      </a:r>
                    </a:p>
                  </a:txBody>
                  <a:tcPr marL="91440" marR="91440" marT="54864" marB="54864">
                    <a:solidFill>
                      <a:srgbClr val="0B1F33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133856"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생산량 추이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연도별 생산량 증가 추세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불량률 추이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연도별 불량률 감소 추세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OEE 추이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연도별 OEE 향상 추세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파일럿 라인 성과 요약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라인(2026)에서는 생산량 대비 불량률이 크게 감소하고 OEE가 향상됨</a:t>
            </a:r>
            <a:br/>
            <a:r>
              <a:t>전체공장 확대 도입 시 유사한 효과 기대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 권고 및 조건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8</a:t>
            </a:r>
          </a:p>
        </p:txBody>
      </p:sp>
      <p:sp>
        <p:nvSpPr>
          <p:cNvPr id="7" name="BENCH_DECISION_CARD"/>
          <p:cNvSpPr/>
          <p:nvPr/>
        </p:nvSpPr>
        <p:spPr>
          <a:xfrm>
            <a:off x="7955279" y="1042415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DECISION_ACCENT"/>
          <p:cNvSpPr/>
          <p:nvPr/>
        </p:nvSpPr>
        <p:spPr>
          <a:xfrm>
            <a:off x="7955279" y="1042415"/>
            <a:ext cx="73152" cy="2084831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DECISION_LABEL"/>
          <p:cNvSpPr txBox="1"/>
          <p:nvPr/>
        </p:nvSpPr>
        <p:spPr>
          <a:xfrm>
            <a:off x="8229600" y="1225295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E7D5B"/>
                </a:solidFill>
                <a:latin typeface="Malgun Gothic"/>
              </a:rPr>
              <a:t>DECISION</a:t>
            </a:r>
          </a:p>
        </p:txBody>
      </p:sp>
      <p:sp>
        <p:nvSpPr>
          <p:cNvPr id="10" name="BENCH_DECISION"/>
          <p:cNvSpPr txBox="1"/>
          <p:nvPr/>
        </p:nvSpPr>
        <p:spPr>
          <a:xfrm>
            <a:off x="8229600" y="156362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파일럿 라인 성과를 바탕으로 전체공장에 AI 기술을 확대 도입할 것을 권고함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