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사고 리뷰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공장장 보고용</a:t>
            </a:r>
          </a:p>
        </p:txBody>
      </p:sp>
      <p:sp>
        <p:nvSpPr>
          <p:cNvPr id="7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8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사건 타임라인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사건은 고온 경고에서 시작되어 보호정지로 이어졌으며, 냉각 흡입구에 분진이 확인된 후 제거되었다.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직접 트리거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고온 경보는 사건의 직접적인 트리거였으며, 이는 91.1C에서 발생했습니다.</a:t>
            </a:r>
          </a:p>
        </p:txBody>
      </p:sp>
      <p:sp>
        <p:nvSpPr>
          <p:cNvPr id="9" name="BENCH_HERO_CARD"/>
          <p:cNvSpPr/>
          <p:nvPr/>
        </p:nvSpPr>
        <p:spPr>
          <a:xfrm>
            <a:off x="658368" y="1700784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HERO_LABEL"/>
          <p:cNvSpPr txBox="1"/>
          <p:nvPr/>
        </p:nvSpPr>
        <p:spPr>
          <a:xfrm>
            <a:off x="969264" y="1956815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직접 트리거 분석</a:t>
            </a:r>
          </a:p>
        </p:txBody>
      </p:sp>
      <p:sp>
        <p:nvSpPr>
          <p:cNvPr id="11" name="BENCH_HERO_VALUE"/>
          <p:cNvSpPr txBox="1"/>
          <p:nvPr/>
        </p:nvSpPr>
        <p:spPr>
          <a:xfrm>
            <a:off x="969264" y="2414015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91.1C</a:t>
            </a:r>
          </a:p>
        </p:txBody>
      </p:sp>
      <p:sp>
        <p:nvSpPr>
          <p:cNvPr id="12" name="BENCH_HERO_DETAIL"/>
          <p:cNvSpPr txBox="1"/>
          <p:nvPr/>
        </p:nvSpPr>
        <p:spPr>
          <a:xfrm>
            <a:off x="969264" y="3145536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고온 경보는 사건의 직접적인 트리거였으며, 이는 91.1C에서 발생했습니다.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근본원인의 불확실성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분진이 근본원인으로 확정되지 않았으며, 진동 데이터의 누락으로 인해 추가 조사가 필요합니다.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조치계획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흡입구 청소주기 준수, 진동센서 데이터 복구, 과열 RCA 재검증 등의 조치가 계획되었습니다.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 및 추천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분진이 근본원인으로 확정되지 않았으므로, 추가 조사와 데이터 수집이 필요하며, 모든 조치를 즉시 실행하여 재발을 방지해야 합니다.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분진이 근본원인으로 확정되지 않았으므로, 추가 조사와 데이터 수집이 필요합니다. 모든 조치를 즉시 실행하여 재발 방지.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