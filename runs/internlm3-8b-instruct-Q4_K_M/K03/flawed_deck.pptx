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AI 검사 확대 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2026년 전체 공장 불량률 3.1% 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투자효과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ROI 180% 확정</a:t>
            </a:r>
          </a:p>
          <a:p>
            <a:r>
              <a:t>연간 절감액 20억원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추진안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검증 없이 6개 라인 즉시 확대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파일럿 1개 라인</a:t>
            </a:r>
          </a:p>
          <a:p>
            <a:r>
              <a:t>검사시간 14% 단축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