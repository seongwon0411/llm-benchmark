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데이터 존재 여부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분진</c:v>
                </c:pt>
                <c:pt idx="1">
                  <c:v>진동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사고 리뷰 보고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공장장용 6장 PPT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진동 데이터 누락으로 근본원인은 확정되지 않았음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타임라인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14:02 고온 경고 → 14:31 분진 제거 후 재가동</a:t>
            </a:r>
          </a:p>
        </p:txBody>
      </p:sp>
      <p:sp>
        <p:nvSpPr>
          <p:cNvPr id="9" name="BENCH_TIMELINE"/>
          <p:cNvSpPr/>
          <p:nvPr/>
        </p:nvSpPr>
        <p:spPr>
          <a:xfrm>
            <a:off x="713232" y="3701125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TIMELINE"/>
          <p:cNvSpPr/>
          <p:nvPr/>
        </p:nvSpPr>
        <p:spPr>
          <a:xfrm>
            <a:off x="1590507" y="3627973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TIMELINE_TIME"/>
          <p:cNvSpPr txBox="1"/>
          <p:nvPr/>
        </p:nvSpPr>
        <p:spPr>
          <a:xfrm>
            <a:off x="884407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2" name="BENCH_TIMELINE_TEXT"/>
          <p:cNvSpPr txBox="1"/>
          <p:nvPr/>
        </p:nvSpPr>
        <p:spPr>
          <a:xfrm>
            <a:off x="884407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14:02 고온 경고</a:t>
            </a:r>
          </a:p>
        </p:txBody>
      </p:sp>
      <p:sp>
        <p:nvSpPr>
          <p:cNvPr id="13" name="BENCH_TIMELINE"/>
          <p:cNvSpPr/>
          <p:nvPr/>
        </p:nvSpPr>
        <p:spPr>
          <a:xfrm>
            <a:off x="3730203" y="3627973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TIMELINE_TIME"/>
          <p:cNvSpPr txBox="1"/>
          <p:nvPr/>
        </p:nvSpPr>
        <p:spPr>
          <a:xfrm>
            <a:off x="3024103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5" name="BENCH_TIMELINE_TEXT"/>
          <p:cNvSpPr txBox="1"/>
          <p:nvPr/>
        </p:nvSpPr>
        <p:spPr>
          <a:xfrm>
            <a:off x="3024103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14:04 91.1C</a:t>
            </a:r>
          </a:p>
        </p:txBody>
      </p:sp>
      <p:sp>
        <p:nvSpPr>
          <p:cNvPr id="16" name="BENCH_TIMELINE"/>
          <p:cNvSpPr/>
          <p:nvPr/>
        </p:nvSpPr>
        <p:spPr>
          <a:xfrm>
            <a:off x="5869899" y="3627973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TIMELINE_TIME"/>
          <p:cNvSpPr txBox="1"/>
          <p:nvPr/>
        </p:nvSpPr>
        <p:spPr>
          <a:xfrm>
            <a:off x="5163799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8" name="BENCH_TIMELINE_TEXT"/>
          <p:cNvSpPr txBox="1"/>
          <p:nvPr/>
        </p:nvSpPr>
        <p:spPr>
          <a:xfrm>
            <a:off x="5163799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14:07 보호정지</a:t>
            </a:r>
          </a:p>
        </p:txBody>
      </p:sp>
      <p:sp>
        <p:nvSpPr>
          <p:cNvPr id="19" name="BENCH_TIMELINE"/>
          <p:cNvSpPr/>
          <p:nvPr/>
        </p:nvSpPr>
        <p:spPr>
          <a:xfrm>
            <a:off x="8009595" y="3627973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TIMELINE_TIME"/>
          <p:cNvSpPr txBox="1"/>
          <p:nvPr/>
        </p:nvSpPr>
        <p:spPr>
          <a:xfrm>
            <a:off x="7303495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21" name="BENCH_TIMELINE_TEXT"/>
          <p:cNvSpPr txBox="1"/>
          <p:nvPr/>
        </p:nvSpPr>
        <p:spPr>
          <a:xfrm>
            <a:off x="7303495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14:16 분진 확인</a:t>
            </a:r>
          </a:p>
        </p:txBody>
      </p:sp>
      <p:sp>
        <p:nvSpPr>
          <p:cNvPr id="22" name="BENCH_TIMELINE"/>
          <p:cNvSpPr/>
          <p:nvPr/>
        </p:nvSpPr>
        <p:spPr>
          <a:xfrm>
            <a:off x="10149291" y="3627973"/>
            <a:ext cx="164592" cy="16459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ENCH_TIMELINE_TIME"/>
          <p:cNvSpPr txBox="1"/>
          <p:nvPr/>
        </p:nvSpPr>
        <p:spPr>
          <a:xfrm>
            <a:off x="9443191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24" name="BENCH_TIMELINE_TEXT"/>
          <p:cNvSpPr txBox="1"/>
          <p:nvPr/>
        </p:nvSpPr>
        <p:spPr>
          <a:xfrm>
            <a:off x="9443191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14:31 재가동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 탐지 시점이 근본원인 단정 장애 요소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14:16 냉각 흡입구 분진 확인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진동 데이터 누락으로 원인 추적 어려움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근본원인 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진동 센서 데이터 부재로 단정 금지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 계획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3개 조치사항 즉시 실행 필요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흡입구 청소주기 4주 준수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설비팀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진동센서 수집 누락 복구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자동화팀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과열 RCA 재검증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품질팀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 및 조치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진동 데이터 복구 후 재분석 권장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분진 단정 금지, 2주 내 진동 센서 정상화 필수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