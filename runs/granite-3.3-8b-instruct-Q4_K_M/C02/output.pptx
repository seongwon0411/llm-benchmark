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Time-series leakage fix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pipeline.py의 미래정보 누수와 split 경계 중복 수정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1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현재 코드는 미래 정보를 사용하여 시퀀스 데이터 처리에 문제가 있습니다.</a:t>
            </a:r>
          </a:p>
        </p:txBody>
      </p:sp>
      <p:sp>
        <p:nvSpPr>
          <p:cNvPr id="10" name="BENCH_INSIGHT_CARD"/>
          <p:cNvSpPr/>
          <p:nvPr/>
        </p:nvSpPr>
        <p:spPr>
          <a:xfrm>
            <a:off x="658368" y="1934687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OR"/>
          <p:cNvSpPr/>
          <p:nvPr/>
        </p:nvSpPr>
        <p:spPr>
          <a:xfrm>
            <a:off x="658368" y="1934687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BODY"/>
          <p:cNvSpPr txBox="1"/>
          <p:nvPr/>
        </p:nvSpPr>
        <p:spPr>
          <a:xfrm>
            <a:off x="859536" y="2080991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make_feature 함수에서 rolling mean 계산에서 center=True가 미래 관측치를 노출합니다.</a:t>
            </a:r>
          </a:p>
        </p:txBody>
      </p:sp>
      <p:sp>
        <p:nvSpPr>
          <p:cNvPr id="13" name="BENCH_CALLOUT_BG"/>
          <p:cNvSpPr/>
          <p:nvPr/>
        </p:nvSpPr>
        <p:spPr>
          <a:xfrm>
            <a:off x="658368" y="5779008"/>
            <a:ext cx="10863072" cy="47548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CALLOUT"/>
          <p:cNvSpPr txBox="1"/>
          <p:nvPr/>
        </p:nvSpPr>
        <p:spPr>
          <a:xfrm>
            <a:off x="868680" y="5879592"/>
            <a:ext cx="10442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이 문제를 해결하기 위해 center=False로 변경했습니다.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수정 후 테스트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수정된 코드는 테스트에서 성공적으로 통과했습니다.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