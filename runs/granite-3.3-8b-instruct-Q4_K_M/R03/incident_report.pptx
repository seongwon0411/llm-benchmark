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Incident Report</a:t>
            </a:r>
          </a:p>
        </p:txBody>
      </p:sp>
      <p:sp>
        <p:nvSpPr>
          <p:cNvPr id="6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Motor temperature anomaly requiring investigation.</a:t>
            </a:r>
          </a:p>
        </p:txBody>
      </p:sp>
      <p:sp>
        <p:nvSpPr>
          <p:cNvPr id="8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9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Timeline of Events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IMELINE"/>
          <p:cNvSpPr/>
          <p:nvPr/>
        </p:nvSpPr>
        <p:spPr>
          <a:xfrm>
            <a:off x="713232" y="3319272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IMELINE"/>
          <p:cNvSpPr/>
          <p:nvPr/>
        </p:nvSpPr>
        <p:spPr>
          <a:xfrm>
            <a:off x="2175357" y="3246120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IMELINE_TIME"/>
          <p:cNvSpPr txBox="1"/>
          <p:nvPr/>
        </p:nvSpPr>
        <p:spPr>
          <a:xfrm>
            <a:off x="998524" y="1207007"/>
            <a:ext cx="29242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2026-07-14 13:30</a:t>
            </a:r>
          </a:p>
        </p:txBody>
      </p:sp>
      <p:sp>
        <p:nvSpPr>
          <p:cNvPr id="10" name="BENCH_TIMELINE_TEXT"/>
          <p:cNvSpPr txBox="1"/>
          <p:nvPr/>
        </p:nvSpPr>
        <p:spPr>
          <a:xfrm>
            <a:off x="998524" y="1773936"/>
            <a:ext cx="2924251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Regular lubrication job completed</a:t>
            </a:r>
          </a:p>
        </p:txBody>
      </p:sp>
      <p:sp>
        <p:nvSpPr>
          <p:cNvPr id="11" name="BENCH_TIMELINE"/>
          <p:cNvSpPr/>
          <p:nvPr/>
        </p:nvSpPr>
        <p:spPr>
          <a:xfrm>
            <a:off x="5741517" y="324612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TIMELINE_TIME"/>
          <p:cNvSpPr txBox="1"/>
          <p:nvPr/>
        </p:nvSpPr>
        <p:spPr>
          <a:xfrm>
            <a:off x="4564684" y="1207007"/>
            <a:ext cx="29242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2026-07-14 13:58</a:t>
            </a:r>
          </a:p>
        </p:txBody>
      </p:sp>
      <p:sp>
        <p:nvSpPr>
          <p:cNvPr id="13" name="BENCH_TIMELINE_TEXT"/>
          <p:cNvSpPr txBox="1"/>
          <p:nvPr/>
        </p:nvSpPr>
        <p:spPr>
          <a:xfrm>
            <a:off x="4564684" y="1773936"/>
            <a:ext cx="2924251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Motor temperature 78.2°C</a:t>
            </a:r>
          </a:p>
        </p:txBody>
      </p:sp>
      <p:sp>
        <p:nvSpPr>
          <p:cNvPr id="14" name="BENCH_TIMELINE"/>
          <p:cNvSpPr/>
          <p:nvPr/>
        </p:nvSpPr>
        <p:spPr>
          <a:xfrm>
            <a:off x="9307677" y="3246120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TIMELINE_TIME"/>
          <p:cNvSpPr txBox="1"/>
          <p:nvPr/>
        </p:nvSpPr>
        <p:spPr>
          <a:xfrm>
            <a:off x="8130844" y="1207007"/>
            <a:ext cx="29242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2026-07-14 14:02</a:t>
            </a:r>
          </a:p>
        </p:txBody>
      </p:sp>
      <p:sp>
        <p:nvSpPr>
          <p:cNvPr id="16" name="BENCH_TIMELINE_TEXT"/>
          <p:cNvSpPr txBox="1"/>
          <p:nvPr/>
        </p:nvSpPr>
        <p:spPr>
          <a:xfrm>
            <a:off x="8130844" y="1773936"/>
            <a:ext cx="2924251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Motor temperature increased to 86.7°C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Possible Root Causes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graphicFrame>
        <p:nvGraphicFramePr>
          <p:cNvPr id="7" name="BENCH_TABLE"/>
          <p:cNvGraphicFramePr>
            <a:graphicFrameLocks noGrp="1"/>
          </p:cNvGraphicFramePr>
          <p:nvPr/>
        </p:nvGraphicFramePr>
        <p:xfrm>
          <a:off x="658368" y="1042415"/>
          <a:ext cx="10863072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2"/>
              </a:tblGrid>
              <a:tr h="5193792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Unverifiable Items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graphicFrame>
        <p:nvGraphicFramePr>
          <p:cNvPr id="7" name="BENCH_TABLE"/>
          <p:cNvGraphicFramePr>
            <a:graphicFrameLocks noGrp="1"/>
          </p:cNvGraphicFramePr>
          <p:nvPr/>
        </p:nvGraphicFramePr>
        <p:xfrm>
          <a:off x="658368" y="1042415"/>
          <a:ext cx="10863072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2"/>
              </a:tblGrid>
              <a:tr h="5193792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Next Verification Steps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graphicFrame>
        <p:nvGraphicFramePr>
          <p:cNvPr id="7" name="BENCH_TABLE"/>
          <p:cNvGraphicFramePr>
            <a:graphicFrameLocks noGrp="1"/>
          </p:cNvGraphicFramePr>
          <p:nvPr/>
        </p:nvGraphicFramePr>
        <p:xfrm>
          <a:off x="658368" y="1042415"/>
          <a:ext cx="10863072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2"/>
              </a:tblGrid>
              <a:tr h="5193792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